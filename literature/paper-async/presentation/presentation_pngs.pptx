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0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0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slide" Target="slides/slide23.xml"/>
  <Relationship Id="rId26" Type="http://schemas.openxmlformats.org/officeDocument/2006/relationships/slide" Target="slides/slide24.xml"/>
  <Relationship Id="rId27" Type="http://schemas.openxmlformats.org/officeDocument/2006/relationships/slide" Target="slides/slide25.xml"/>
  <Relationship Id="rId28" Type="http://schemas.openxmlformats.org/officeDocument/2006/relationships/slide" Target="slides/slide26.xml"/>
  <Relationship Id="rId29" Type="http://schemas.openxmlformats.org/officeDocument/2006/relationships/slide" Target="slides/slide27.xml"/>
  <Relationship Id="rId30" Type="http://schemas.openxmlformats.org/officeDocument/2006/relationships/slide" Target="slides/slide28.xml"/>
  <Relationship Id="rId31" Type="http://schemas.openxmlformats.org/officeDocument/2006/relationships/slide" Target="slides/slide29.xml"/>
  <Relationship Id="rId32" Type="http://schemas.openxmlformats.org/officeDocument/2006/relationships/slide" Target="slides/slide30.xml"/>
  <Relationship Id="rId33" Type="http://schemas.openxmlformats.org/officeDocument/2006/relationships/slide" Target="slides/slide31.xml"/>
  <Relationship Id="rId34" Type="http://schemas.openxmlformats.org/officeDocument/2006/relationships/slide" Target="slides/slide32.xml"/>
  <Relationship Id="rId35" Type="http://schemas.openxmlformats.org/officeDocument/2006/relationships/slide" Target="slides/slide33.xml"/>
  <Relationship Id="rId36" Type="http://schemas.openxmlformats.org/officeDocument/2006/relationships/slide" Target="slides/slide34.xml"/>
  <Relationship Id="rId37" Type="http://schemas.openxmlformats.org/officeDocument/2006/relationships/slide" Target="slides/slide35.xml"/>
  <Relationship Id="rId38" Type="http://schemas.openxmlformats.org/officeDocument/2006/relationships/slide" Target="slides/slide36.xml"/>
  <Relationship Id="rId39" Type="http://schemas.openxmlformats.org/officeDocument/2006/relationships/slide" Target="slides/slide37.xml"/>
  <Relationship Id="rId40" Type="http://schemas.openxmlformats.org/officeDocument/2006/relationships/slide" Target="slides/slide38.xml"/>
  <Relationship Id="rId41" Type="http://schemas.openxmlformats.org/officeDocument/2006/relationships/slide" Target="slides/slide39.xml"/>
  <Relationship Id="rId42" Type="http://schemas.openxmlformats.org/officeDocument/2006/relationships/slide" Target="slides/slide40.xml"/>
  <Relationship Id="rId43" Type="http://schemas.openxmlformats.org/officeDocument/2006/relationships/slide" Target="slides/slide41.xml"/>
  <Relationship Id="rId44" Type="http://schemas.openxmlformats.org/officeDocument/2006/relationships/slide" Target="slides/slide42.xml"/>
  <Relationship Id="rId45" Type="http://schemas.openxmlformats.org/officeDocument/2006/relationships/slide" Target="slides/slide43.xml"/>
  <Relationship Id="rId46" Type="http://schemas.openxmlformats.org/officeDocument/2006/relationships/slide" Target="slides/slide44.xml"/>
  <Relationship Id="rId47" Type="http://schemas.openxmlformats.org/officeDocument/2006/relationships/slide" Target="slides/slide45.xml"/>
  <Relationship Id="rId48" Type="http://schemas.openxmlformats.org/officeDocument/2006/relationships/slide" Target="slides/slide46.xml"/>
  <Relationship Id="rId49" Type="http://schemas.openxmlformats.org/officeDocument/2006/relationships/slide" Target="slides/slide47.xml"/>
  <Relationship Id="rId50" Type="http://schemas.openxmlformats.org/officeDocument/2006/relationships/slide" Target="slides/slide48.xml"/>
  <Relationship Id="rId51" Type="http://schemas.openxmlformats.org/officeDocument/2006/relationships/slide" Target="slides/slide49.xml"/>
  <Relationship Id="rId52" Type="http://schemas.openxmlformats.org/officeDocument/2006/relationships/slide" Target="slides/slide50.xml"/>
  <Relationship Id="rId53" Type="http://schemas.openxmlformats.org/officeDocument/2006/relationships/slide" Target="slides/slide51.xml"/>
  <Relationship Id="rId54" Type="http://schemas.openxmlformats.org/officeDocument/2006/relationships/slide" Target="slides/slide52.xml"/>
  <Relationship Id="rId55" Type="http://schemas.openxmlformats.org/officeDocument/2006/relationships/slide" Target="slides/slide53.xml"/>
  <Relationship Id="rId56" Type="http://schemas.openxmlformats.org/officeDocument/2006/relationships/slide" Target="slides/slide54.xml"/>
  <Relationship Id="rId57" Type="http://schemas.openxmlformats.org/officeDocument/2006/relationships/slide" Target="slides/slide55.xml"/>
  <Relationship Id="rId58" Type="http://schemas.openxmlformats.org/officeDocument/2006/relationships/slide" Target="slides/slide56.xml"/>
  <Relationship Id="rId59" Type="http://schemas.openxmlformats.org/officeDocument/2006/relationships/slide" Target="slides/slide57.xml"/>
  <Relationship Id="rId60" Type="http://schemas.openxmlformats.org/officeDocument/2006/relationships/slide" Target="slides/slide58.xml"/>
  <Relationship Id="rId61" Type="http://schemas.openxmlformats.org/officeDocument/2006/relationships/slide" Target="slides/slide59.xml"/>
  <Relationship Id="rId62" Type="http://schemas.openxmlformats.org/officeDocument/2006/relationships/slide" Target="slides/slide60.xml"/>
  <Relationship Id="rId63" Type="http://schemas.openxmlformats.org/officeDocument/2006/relationships/slide" Target="slides/slide61.xml"/>
  <Relationship Id="rId64" Type="http://schemas.openxmlformats.org/officeDocument/2006/relationships/slide" Target="slides/slide62.xml"/>
  <Relationship Id="rId65" Type="http://schemas.openxmlformats.org/officeDocument/2006/relationships/slide" Target="slides/slide63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55" r:id="rId1"/>
  </p:sldLayoutIdLst>
</p:sldMaster>
</file>

<file path=ppt/slides/_rels/slide0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0.png"/>
  <Relationship Id="rId1" Type="http://schemas.openxmlformats.org/officeDocument/2006/relationships/slideLayout"
                Target="../slideLayouts/slideLayout1.xml"/>
</Relationships>
</file>

<file path=ppt/slides/_rels/slide1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1.png"/>
  <Relationship Id="rId1" Type="http://schemas.openxmlformats.org/officeDocument/2006/relationships/slideLayout"
            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2.png"/>
  <Relationship Id="rId1" Type="http://schemas.openxmlformats.org/officeDocument/2006/relationships/slideLayout"
            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3.png"/>
  <Relationship Id="rId1" Type="http://schemas.openxmlformats.org/officeDocument/2006/relationships/slideLayout"
            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4.png"/>
  <Relationship Id="rId1" Type="http://schemas.openxmlformats.org/officeDocument/2006/relationships/slideLayout"
            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5.png"/>
  <Relationship Id="rId1" Type="http://schemas.openxmlformats.org/officeDocument/2006/relationships/slideLayout"
            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6.png"/>
  <Relationship Id="rId1" Type="http://schemas.openxmlformats.org/officeDocument/2006/relationships/slideLayout"
            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7.png"/>
  <Relationship Id="rId1" Type="http://schemas.openxmlformats.org/officeDocument/2006/relationships/slideLayout"
            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8.png"/>
  <Relationship Id="rId1" Type="http://schemas.openxmlformats.org/officeDocument/2006/relationships/slideLayout"
            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9.png"/>
  <Relationship Id="rId1" Type="http://schemas.openxmlformats.org/officeDocument/2006/relationships/slideLayout"
            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10.png"/>
  <Relationship Id="rId1" Type="http://schemas.openxmlformats.org/officeDocument/2006/relationships/slideLayout"
            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11.png"/>
  <Relationship Id="rId1" Type="http://schemas.openxmlformats.org/officeDocument/2006/relationships/slideLayout"
            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12.png"/>
  <Relationship Id="rId1" Type="http://schemas.openxmlformats.org/officeDocument/2006/relationships/slideLayout"
            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13.png"/>
  <Relationship Id="rId1" Type="http://schemas.openxmlformats.org/officeDocument/2006/relationships/slideLayout"
               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14.png"/>
  <Relationship Id="rId1" Type="http://schemas.openxmlformats.org/officeDocument/2006/relationships/slideLayout"
               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15.png"/>
  <Relationship Id="rId1" Type="http://schemas.openxmlformats.org/officeDocument/2006/relationships/slideLayout"
               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16.png"/>
  <Relationship Id="rId1" Type="http://schemas.openxmlformats.org/officeDocument/2006/relationships/slideLayout"
               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17.png"/>
  <Relationship Id="rId1" Type="http://schemas.openxmlformats.org/officeDocument/2006/relationships/slideLayout"
               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18.png"/>
  <Relationship Id="rId1" Type="http://schemas.openxmlformats.org/officeDocument/2006/relationships/slideLayout"
               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19.png"/>
  <Relationship Id="rId1" Type="http://schemas.openxmlformats.org/officeDocument/2006/relationships/slideLayout"
               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20.png"/>
  <Relationship Id="rId1" Type="http://schemas.openxmlformats.org/officeDocument/2006/relationships/slideLayout"
               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21.png"/>
  <Relationship Id="rId1" Type="http://schemas.openxmlformats.org/officeDocument/2006/relationships/slideLayout"
                Target="../slideLayouts/slideLayout1.xml"/>
</Relationships>
</file>

<file path=ppt/slides/_rels/slide22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22.png"/>
  <Relationship Id="rId1" Type="http://schemas.openxmlformats.org/officeDocument/2006/relationships/slideLayout"
                Target="../slideLayouts/slideLayout1.xml"/>
</Relationships>
</file>

<file path=ppt/slides/_rels/slide23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23.png"/>
  <Relationship Id="rId1" Type="http://schemas.openxmlformats.org/officeDocument/2006/relationships/slideLayout"
                Target="../slideLayouts/slideLayout1.xml"/>
</Relationships>
</file>

<file path=ppt/slides/_rels/slide24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24.png"/>
  <Relationship Id="rId1" Type="http://schemas.openxmlformats.org/officeDocument/2006/relationships/slideLayout"
                Target="../slideLayouts/slideLayout1.xml"/>
</Relationships>
</file>

<file path=ppt/slides/_rels/slide25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25.png"/>
  <Relationship Id="rId1" Type="http://schemas.openxmlformats.org/officeDocument/2006/relationships/slideLayout"
                Target="../slideLayouts/slideLayout1.xml"/>
</Relationships>
</file>

<file path=ppt/slides/_rels/slide26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26.png"/>
  <Relationship Id="rId1" Type="http://schemas.openxmlformats.org/officeDocument/2006/relationships/slideLayout"
                Target="../slideLayouts/slideLayout1.xml"/>
</Relationships>
</file>

<file path=ppt/slides/_rels/slide27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27.png"/>
  <Relationship Id="rId1" Type="http://schemas.openxmlformats.org/officeDocument/2006/relationships/slideLayout"
                Target="../slideLayouts/slideLayout1.xml"/>
</Relationships>
</file>

<file path=ppt/slides/_rels/slide28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28.png"/>
  <Relationship Id="rId1" Type="http://schemas.openxmlformats.org/officeDocument/2006/relationships/slideLayout"
                Target="../slideLayouts/slideLayout1.xml"/>
</Relationships>
</file>

<file path=ppt/slides/_rels/slide29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29.png"/>
  <Relationship Id="rId1" Type="http://schemas.openxmlformats.org/officeDocument/2006/relationships/slideLayout"
                Target="../slideLayouts/slideLayout1.xml"/>
</Relationships>
</file>

<file path=ppt/slides/_rels/slide30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30.png"/>
  <Relationship Id="rId1" Type="http://schemas.openxmlformats.org/officeDocument/2006/relationships/slideLayout"
                Target="../slideLayouts/slideLayout1.xml"/>
</Relationships>
</file>

<file path=ppt/slides/_rels/slide31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31.png"/>
  <Relationship Id="rId1" Type="http://schemas.openxmlformats.org/officeDocument/2006/relationships/slideLayout"
                Target="../slideLayouts/slideLayout1.xml"/>
</Relationships>
</file>

<file path=ppt/slides/_rels/slide32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32.png"/>
  <Relationship Id="rId1" Type="http://schemas.openxmlformats.org/officeDocument/2006/relationships/slideLayout"
                Target="../slideLayouts/slideLayout1.xml"/>
</Relationships>
</file>

<file path=ppt/slides/_rels/slide33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33.png"/>
  <Relationship Id="rId1" Type="http://schemas.openxmlformats.org/officeDocument/2006/relationships/slideLayout"
                Target="../slideLayouts/slideLayout1.xml"/>
</Relationships>
</file>

<file path=ppt/slides/_rels/slide34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34.png"/>
  <Relationship Id="rId1" Type="http://schemas.openxmlformats.org/officeDocument/2006/relationships/slideLayout"
                Target="../slideLayouts/slideLayout1.xml"/>
</Relationships>
</file>

<file path=ppt/slides/_rels/slide35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35.png"/>
  <Relationship Id="rId1" Type="http://schemas.openxmlformats.org/officeDocument/2006/relationships/slideLayout"
                Target="../slideLayouts/slideLayout1.xml"/>
</Relationships>
</file>

<file path=ppt/slides/_rels/slide36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36.png"/>
  <Relationship Id="rId1" Type="http://schemas.openxmlformats.org/officeDocument/2006/relationships/slideLayout"
                Target="../slideLayouts/slideLayout1.xml"/>
</Relationships>
</file>

<file path=ppt/slides/_rels/slide37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37.png"/>
  <Relationship Id="rId1" Type="http://schemas.openxmlformats.org/officeDocument/2006/relationships/slideLayout"
                Target="../slideLayouts/slideLayout1.xml"/>
</Relationships>
</file>

<file path=ppt/slides/_rels/slide38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38.png"/>
  <Relationship Id="rId1" Type="http://schemas.openxmlformats.org/officeDocument/2006/relationships/slideLayout"
                Target="../slideLayouts/slideLayout1.xml"/>
</Relationships>
</file>

<file path=ppt/slides/_rels/slide39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39.png"/>
  <Relationship Id="rId1" Type="http://schemas.openxmlformats.org/officeDocument/2006/relationships/slideLayout"
                Target="../slideLayouts/slideLayout1.xml"/>
</Relationships>
</file>

<file path=ppt/slides/_rels/slide40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40.png"/>
  <Relationship Id="rId1" Type="http://schemas.openxmlformats.org/officeDocument/2006/relationships/slideLayout"
                Target="../slideLayouts/slideLayout1.xml"/>
</Relationships>
</file>

<file path=ppt/slides/_rels/slide41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41.png"/>
  <Relationship Id="rId1" Type="http://schemas.openxmlformats.org/officeDocument/2006/relationships/slideLayout"
                Target="../slideLayouts/slideLayout1.xml"/>
</Relationships>
</file>

<file path=ppt/slides/_rels/slide42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42.png"/>
  <Relationship Id="rId1" Type="http://schemas.openxmlformats.org/officeDocument/2006/relationships/slideLayout"
                Target="../slideLayouts/slideLayout1.xml"/>
</Relationships>
</file>

<file path=ppt/slides/_rels/slide43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43.png"/>
  <Relationship Id="rId1" Type="http://schemas.openxmlformats.org/officeDocument/2006/relationships/slideLayout"
                Target="../slideLayouts/slideLayout1.xml"/>
</Relationships>
</file>

<file path=ppt/slides/_rels/slide44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44.png"/>
  <Relationship Id="rId1" Type="http://schemas.openxmlformats.org/officeDocument/2006/relationships/slideLayout"
                Target="../slideLayouts/slideLayout1.xml"/>
</Relationships>
</file>

<file path=ppt/slides/_rels/slide45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45.png"/>
  <Relationship Id="rId1" Type="http://schemas.openxmlformats.org/officeDocument/2006/relationships/slideLayout"
                Target="../slideLayouts/slideLayout1.xml"/>
</Relationships>
</file>

<file path=ppt/slides/_rels/slide46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46.png"/>
  <Relationship Id="rId1" Type="http://schemas.openxmlformats.org/officeDocument/2006/relationships/slideLayout"
                Target="../slideLayouts/slideLayout1.xml"/>
</Relationships>
</file>

<file path=ppt/slides/_rels/slide47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47.png"/>
  <Relationship Id="rId1" Type="http://schemas.openxmlformats.org/officeDocument/2006/relationships/slideLayout"
                Target="../slideLayouts/slideLayout1.xml"/>
</Relationships>
</file>

<file path=ppt/slides/_rels/slide48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48.png"/>
  <Relationship Id="rId1" Type="http://schemas.openxmlformats.org/officeDocument/2006/relationships/slideLayout"
                Target="../slideLayouts/slideLayout1.xml"/>
</Relationships>
</file>

<file path=ppt/slides/_rels/slide49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49.png"/>
  <Relationship Id="rId1" Type="http://schemas.openxmlformats.org/officeDocument/2006/relationships/slideLayout"
                Target="../slideLayouts/slideLayout1.xml"/>
</Relationships>
</file>

<file path=ppt/slides/_rels/slide50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50.png"/>
  <Relationship Id="rId1" Type="http://schemas.openxmlformats.org/officeDocument/2006/relationships/slideLayout"
                Target="../slideLayouts/slideLayout1.xml"/>
</Relationships>
</file>

<file path=ppt/slides/_rels/slide51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51.png"/>
  <Relationship Id="rId1" Type="http://schemas.openxmlformats.org/officeDocument/2006/relationships/slideLayout"
                Target="../slideLayouts/slideLayout1.xml"/>
</Relationships>
</file>

<file path=ppt/slides/_rels/slide52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52.png"/>
  <Relationship Id="rId1" Type="http://schemas.openxmlformats.org/officeDocument/2006/relationships/slideLayout"
                Target="../slideLayouts/slideLayout1.xml"/>
</Relationships>
</file>

<file path=ppt/slides/_rels/slide53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53.png"/>
  <Relationship Id="rId1" Type="http://schemas.openxmlformats.org/officeDocument/2006/relationships/slideLayout"
                Target="../slideLayouts/slideLayout1.xml"/>
</Relationships>
</file>

<file path=ppt/slides/_rels/slide54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54.png"/>
  <Relationship Id="rId1" Type="http://schemas.openxmlformats.org/officeDocument/2006/relationships/slideLayout"
                Target="../slideLayouts/slideLayout1.xml"/>
</Relationships>
</file>

<file path=ppt/slides/_rels/slide55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55.png"/>
  <Relationship Id="rId1" Type="http://schemas.openxmlformats.org/officeDocument/2006/relationships/slideLayout"
                Target="../slideLayouts/slideLayout1.xml"/>
</Relationships>
</file>

<file path=ppt/slides/_rels/slide56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56.png"/>
  <Relationship Id="rId1" Type="http://schemas.openxmlformats.org/officeDocument/2006/relationships/slideLayout"
                Target="../slideLayouts/slideLayout1.xml"/>
</Relationships>
</file>

<file path=ppt/slides/_rels/slide57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57.png"/>
  <Relationship Id="rId1" Type="http://schemas.openxmlformats.org/officeDocument/2006/relationships/slideLayout"
                Target="../slideLayouts/slideLayout1.xml"/>
</Relationships>
</file>

<file path=ppt/slides/_rels/slide58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58.png"/>
  <Relationship Id="rId1" Type="http://schemas.openxmlformats.org/officeDocument/2006/relationships/slideLayout"
                Target="../slideLayouts/slideLayout1.xml"/>
</Relationships>
</file>

<file path=ppt/slides/_rels/slide59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59.png"/>
  <Relationship Id="rId1" Type="http://schemas.openxmlformats.org/officeDocument/2006/relationships/slideLayout"
                Target="../slideLayouts/slideLayout1.xml"/>
</Relationships>
</file>

<file path=ppt/slides/_rels/slide60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60.png"/>
  <Relationship Id="rId1" Type="http://schemas.openxmlformats.org/officeDocument/2006/relationships/slideLayout"
                Target="../slideLayouts/slideLayout1.xml"/>
</Relationships>
</file>

<file path=ppt/slides/_rels/slide61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61.png"/>
  <Relationship Id="rId1" Type="http://schemas.openxmlformats.org/officeDocument/2006/relationships/slideLayout"
                Target="../slideLayouts/slideLayout1.xml"/>
</Relationships>
</file>

<file path=ppt/slides/_rels/slide62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62.png"/>
  <Relationship Id="rId1" Type="http://schemas.openxmlformats.org/officeDocument/2006/relationships/slideLayout"
                Target="../slideLayouts/slideLayout1.xml"/>
</Relationships>
</file>

<file path=ppt/slides/_rels/slide63.xml.rels><?xml version="1.0" encoding="UTF-8" standalone="yes"?>
<Relationships xmlns="http://schemas.openxmlformats.org/package/2006/relationships">
  <Relationship Id="rId2" Type="http://schemas.openxmlformats.org/officeDocument/2006/relationships/image"
                Target="../media/slide63.png"/>
  <Relationship Id="rId1" Type="http://schemas.openxmlformats.org/officeDocument/2006/relationships/slideLayout"
                Target="../slideLayouts/slideLayout1.xml"/>
</Relationships>
</file>

<file path=ppt/slides/slide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0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1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2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3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4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5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6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7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8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9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10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11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12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13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14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15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16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17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18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19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20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21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22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23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24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25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26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27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28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29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30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31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32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33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34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35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36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37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38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39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40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41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42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43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44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45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46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47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48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49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50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51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52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53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54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55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56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57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58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59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60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61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62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63"/>
          <p:cNvPicPr>
            <a:picLocks noChangeAspect="1"/>
          </p:cNvPicPr>
          <p:nvPr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pdf2pptx</Application>
</Properties>
</file>

<file path=docProps/core.xml><?xml version="1.0" encoding="utf-8"?>
<cp:coreProperties xmlns:cp="http://schemas.openxmlformats.org/package/2006/metadata/core-properties">
</cp:coreProperties>
</file>